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02" r:id="rId2"/>
    <p:sldId id="403" r:id="rId3"/>
    <p:sldId id="861" r:id="rId4"/>
    <p:sldId id="887" r:id="rId5"/>
    <p:sldId id="888" r:id="rId6"/>
    <p:sldId id="889" r:id="rId7"/>
    <p:sldId id="890" r:id="rId8"/>
    <p:sldId id="886" r:id="rId9"/>
  </p:sldIdLst>
  <p:sldSz cx="9906000" cy="6858000" type="A4"/>
  <p:notesSz cx="7104063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6pPr>
    <a:lvl7pPr marL="27432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7pPr>
    <a:lvl8pPr marL="32004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8pPr>
    <a:lvl9pPr marL="36576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A4"/>
    <a:srgbClr val="FF0000"/>
    <a:srgbClr val="0000CC"/>
    <a:srgbClr val="3333FF"/>
    <a:srgbClr val="66FF66"/>
    <a:srgbClr val="FFFF99"/>
    <a:srgbClr val="FFFFCC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54CF5-569C-4FFE-ACDC-62D599FD9FE7}" v="8" dt="2026-05-18T05:07:15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3668" autoAdjust="0"/>
  </p:normalViewPr>
  <p:slideViewPr>
    <p:cSldViewPr>
      <p:cViewPr varScale="1">
        <p:scale>
          <a:sx n="84" d="100"/>
          <a:sy n="84" d="100"/>
        </p:scale>
        <p:origin x="108" y="4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sorterViewPr>
    <p:cViewPr>
      <p:scale>
        <a:sx n="75" d="100"/>
        <a:sy n="75" d="100"/>
      </p:scale>
      <p:origin x="0" y="5394"/>
    </p:cViewPr>
  </p:sorterViewPr>
  <p:notesViewPr>
    <p:cSldViewPr>
      <p:cViewPr varScale="1">
        <p:scale>
          <a:sx n="81" d="100"/>
          <a:sy n="81" d="100"/>
        </p:scale>
        <p:origin x="-3972" y="-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석 이" userId="4c2e3b50f68e25dd" providerId="LiveId" clId="{634D3BB7-3F95-4D0B-BD8F-92EB659733A6}"/>
    <pc:docChg chg="custSel addSld delSld modSld">
      <pc:chgData name="주석 이" userId="4c2e3b50f68e25dd" providerId="LiveId" clId="{634D3BB7-3F95-4D0B-BD8F-92EB659733A6}" dt="2026-05-18T05:34:04.854" v="1241" actId="20577"/>
      <pc:docMkLst>
        <pc:docMk/>
      </pc:docMkLst>
      <pc:sldChg chg="addSp delSp modSp mod">
        <pc:chgData name="주석 이" userId="4c2e3b50f68e25dd" providerId="LiveId" clId="{634D3BB7-3F95-4D0B-BD8F-92EB659733A6}" dt="2026-05-15T00:56:50.892" v="749" actId="1076"/>
        <pc:sldMkLst>
          <pc:docMk/>
          <pc:sldMk cId="3704932814" sldId="861"/>
        </pc:sldMkLst>
        <pc:spChg chg="mod">
          <ac:chgData name="주석 이" userId="4c2e3b50f68e25dd" providerId="LiveId" clId="{634D3BB7-3F95-4D0B-BD8F-92EB659733A6}" dt="2026-05-15T00:49:56.280" v="48" actId="20577"/>
          <ac:spMkLst>
            <pc:docMk/>
            <pc:sldMk cId="3704932814" sldId="861"/>
            <ac:spMk id="2" creationId="{B596D43E-E231-231B-C670-CEB462C44F5E}"/>
          </ac:spMkLst>
        </pc:spChg>
        <pc:spChg chg="mod">
          <ac:chgData name="주석 이" userId="4c2e3b50f68e25dd" providerId="LiveId" clId="{634D3BB7-3F95-4D0B-BD8F-92EB659733A6}" dt="2026-05-15T00:49:15.523" v="7" actId="20577"/>
          <ac:spMkLst>
            <pc:docMk/>
            <pc:sldMk cId="3704932814" sldId="861"/>
            <ac:spMk id="5" creationId="{00000000-0000-0000-0000-000000000000}"/>
          </ac:spMkLst>
        </pc:spChg>
        <pc:spChg chg="mod">
          <ac:chgData name="주석 이" userId="4c2e3b50f68e25dd" providerId="LiveId" clId="{634D3BB7-3F95-4D0B-BD8F-92EB659733A6}" dt="2026-05-15T00:56:31.950" v="747" actId="20577"/>
          <ac:spMkLst>
            <pc:docMk/>
            <pc:sldMk cId="3704932814" sldId="861"/>
            <ac:spMk id="1057795" creationId="{00000000-0000-0000-0000-000000000000}"/>
          </ac:spMkLst>
        </pc:spChg>
        <pc:picChg chg="add mod">
          <ac:chgData name="주석 이" userId="4c2e3b50f68e25dd" providerId="LiveId" clId="{634D3BB7-3F95-4D0B-BD8F-92EB659733A6}" dt="2026-05-15T00:56:50.892" v="749" actId="1076"/>
          <ac:picMkLst>
            <pc:docMk/>
            <pc:sldMk cId="3704932814" sldId="861"/>
            <ac:picMk id="7" creationId="{A6D8A708-1C21-7BB1-D8DD-027267556D80}"/>
          </ac:picMkLst>
        </pc:picChg>
      </pc:sldChg>
      <pc:sldChg chg="addSp delSp modSp add mod">
        <pc:chgData name="주석 이" userId="4c2e3b50f68e25dd" providerId="LiveId" clId="{634D3BB7-3F95-4D0B-BD8F-92EB659733A6}" dt="2026-05-15T02:06:05.322" v="929" actId="20577"/>
        <pc:sldMkLst>
          <pc:docMk/>
          <pc:sldMk cId="853762972" sldId="887"/>
        </pc:sldMkLst>
        <pc:spChg chg="mod">
          <ac:chgData name="주석 이" userId="4c2e3b50f68e25dd" providerId="LiveId" clId="{634D3BB7-3F95-4D0B-BD8F-92EB659733A6}" dt="2026-05-15T02:04:16.068" v="768" actId="20577"/>
          <ac:spMkLst>
            <pc:docMk/>
            <pc:sldMk cId="853762972" sldId="887"/>
            <ac:spMk id="5" creationId="{3F0BBAA4-35C7-8E52-AD12-4B73EEF50BD4}"/>
          </ac:spMkLst>
        </pc:spChg>
        <pc:spChg chg="add mod">
          <ac:chgData name="주석 이" userId="4c2e3b50f68e25dd" providerId="LiveId" clId="{634D3BB7-3F95-4D0B-BD8F-92EB659733A6}" dt="2026-05-15T02:05:45.138" v="873" actId="20577"/>
          <ac:spMkLst>
            <pc:docMk/>
            <pc:sldMk cId="853762972" sldId="887"/>
            <ac:spMk id="10" creationId="{2E140EC4-B31E-2DA7-50A7-D8DEE2C23D7B}"/>
          </ac:spMkLst>
        </pc:spChg>
        <pc:spChg chg="add mod">
          <ac:chgData name="주석 이" userId="4c2e3b50f68e25dd" providerId="LiveId" clId="{634D3BB7-3F95-4D0B-BD8F-92EB659733A6}" dt="2026-05-15T02:06:05.322" v="929" actId="20577"/>
          <ac:spMkLst>
            <pc:docMk/>
            <pc:sldMk cId="853762972" sldId="887"/>
            <ac:spMk id="11" creationId="{8E878859-ABDE-8F52-CB93-E9C576B684B4}"/>
          </ac:spMkLst>
        </pc:spChg>
        <pc:picChg chg="add mod">
          <ac:chgData name="주석 이" userId="4c2e3b50f68e25dd" providerId="LiveId" clId="{634D3BB7-3F95-4D0B-BD8F-92EB659733A6}" dt="2026-05-15T02:04:46.053" v="773" actId="1076"/>
          <ac:picMkLst>
            <pc:docMk/>
            <pc:sldMk cId="853762972" sldId="887"/>
            <ac:picMk id="9" creationId="{7D204ABB-CD97-1FF7-F417-B6E9287F7F74}"/>
          </ac:picMkLst>
        </pc:picChg>
      </pc:sldChg>
      <pc:sldChg chg="addSp delSp modSp add mod">
        <pc:chgData name="주석 이" userId="4c2e3b50f68e25dd" providerId="LiveId" clId="{634D3BB7-3F95-4D0B-BD8F-92EB659733A6}" dt="2026-05-15T02:42:52.193" v="1146" actId="5793"/>
        <pc:sldMkLst>
          <pc:docMk/>
          <pc:sldMk cId="2202862442" sldId="888"/>
        </pc:sldMkLst>
        <pc:spChg chg="mod">
          <ac:chgData name="주석 이" userId="4c2e3b50f68e25dd" providerId="LiveId" clId="{634D3BB7-3F95-4D0B-BD8F-92EB659733A6}" dt="2026-05-15T02:13:57.962" v="958" actId="6549"/>
          <ac:spMkLst>
            <pc:docMk/>
            <pc:sldMk cId="2202862442" sldId="888"/>
            <ac:spMk id="5" creationId="{D53859BB-0B46-A15F-A312-49FAFD7EF110}"/>
          </ac:spMkLst>
        </pc:spChg>
        <pc:spChg chg="mod">
          <ac:chgData name="주석 이" userId="4c2e3b50f68e25dd" providerId="LiveId" clId="{634D3BB7-3F95-4D0B-BD8F-92EB659733A6}" dt="2026-05-15T02:15:07.358" v="1041" actId="6549"/>
          <ac:spMkLst>
            <pc:docMk/>
            <pc:sldMk cId="2202862442" sldId="888"/>
            <ac:spMk id="10" creationId="{CE8AFCE5-8BAB-4853-AF23-2901EE67075B}"/>
          </ac:spMkLst>
        </pc:spChg>
        <pc:spChg chg="mod">
          <ac:chgData name="주석 이" userId="4c2e3b50f68e25dd" providerId="LiveId" clId="{634D3BB7-3F95-4D0B-BD8F-92EB659733A6}" dt="2026-05-15T02:25:15.162" v="1104" actId="6549"/>
          <ac:spMkLst>
            <pc:docMk/>
            <pc:sldMk cId="2202862442" sldId="888"/>
            <ac:spMk id="11" creationId="{2695B165-3B5B-F99C-7032-689DE883EB21}"/>
          </ac:spMkLst>
        </pc:spChg>
        <pc:spChg chg="add mod">
          <ac:chgData name="주석 이" userId="4c2e3b50f68e25dd" providerId="LiveId" clId="{634D3BB7-3F95-4D0B-BD8F-92EB659733A6}" dt="2026-05-15T02:42:52.193" v="1146" actId="5793"/>
          <ac:spMkLst>
            <pc:docMk/>
            <pc:sldMk cId="2202862442" sldId="888"/>
            <ac:spMk id="17" creationId="{540ED7A5-36C4-4C06-4F4A-E39FDF4850AB}"/>
          </ac:spMkLst>
        </pc:spChg>
        <pc:picChg chg="add mod">
          <ac:chgData name="주석 이" userId="4c2e3b50f68e25dd" providerId="LiveId" clId="{634D3BB7-3F95-4D0B-BD8F-92EB659733A6}" dt="2026-05-15T02:14:25.509" v="961" actId="1076"/>
          <ac:picMkLst>
            <pc:docMk/>
            <pc:sldMk cId="2202862442" sldId="888"/>
            <ac:picMk id="4" creationId="{E20F80BF-4F77-C453-EC9D-FCB058317FE9}"/>
          </ac:picMkLst>
        </pc:picChg>
        <pc:picChg chg="add mod">
          <ac:chgData name="주석 이" userId="4c2e3b50f68e25dd" providerId="LiveId" clId="{634D3BB7-3F95-4D0B-BD8F-92EB659733A6}" dt="2026-05-15T02:26:50.926" v="1107" actId="1076"/>
          <ac:picMkLst>
            <pc:docMk/>
            <pc:sldMk cId="2202862442" sldId="888"/>
            <ac:picMk id="8" creationId="{EADBB610-27BB-FC0E-9A33-1A3A99528F24}"/>
          </ac:picMkLst>
        </pc:picChg>
        <pc:picChg chg="add mod">
          <ac:chgData name="주석 이" userId="4c2e3b50f68e25dd" providerId="LiveId" clId="{634D3BB7-3F95-4D0B-BD8F-92EB659733A6}" dt="2026-05-15T02:42:37.157" v="1115" actId="1076"/>
          <ac:picMkLst>
            <pc:docMk/>
            <pc:sldMk cId="2202862442" sldId="888"/>
            <ac:picMk id="13" creationId="{38C543B5-FEA4-A524-4D3B-C518E4B97E6E}"/>
          </ac:picMkLst>
        </pc:picChg>
        <pc:picChg chg="add mod">
          <ac:chgData name="주석 이" userId="4c2e3b50f68e25dd" providerId="LiveId" clId="{634D3BB7-3F95-4D0B-BD8F-92EB659733A6}" dt="2026-05-15T02:42:39.696" v="1116" actId="1076"/>
          <ac:picMkLst>
            <pc:docMk/>
            <pc:sldMk cId="2202862442" sldId="888"/>
            <ac:picMk id="15" creationId="{07DDC4D4-C05F-1351-B89B-72FC2F336426}"/>
          </ac:picMkLst>
        </pc:picChg>
      </pc:sldChg>
      <pc:sldChg chg="addSp delSp modSp add mod">
        <pc:chgData name="주석 이" userId="4c2e3b50f68e25dd" providerId="LiveId" clId="{634D3BB7-3F95-4D0B-BD8F-92EB659733A6}" dt="2026-05-15T05:32:54.022" v="1171" actId="1076"/>
        <pc:sldMkLst>
          <pc:docMk/>
          <pc:sldMk cId="1416387937" sldId="889"/>
        </pc:sldMkLst>
        <pc:spChg chg="mod">
          <ac:chgData name="주석 이" userId="4c2e3b50f68e25dd" providerId="LiveId" clId="{634D3BB7-3F95-4D0B-BD8F-92EB659733A6}" dt="2026-05-15T05:29:47.026" v="1155" actId="207"/>
          <ac:spMkLst>
            <pc:docMk/>
            <pc:sldMk cId="1416387937" sldId="889"/>
            <ac:spMk id="5" creationId="{DBE71C09-EC81-6CFB-D3CA-164D40CDC969}"/>
          </ac:spMkLst>
        </pc:spChg>
        <pc:picChg chg="add mod">
          <ac:chgData name="주석 이" userId="4c2e3b50f68e25dd" providerId="LiveId" clId="{634D3BB7-3F95-4D0B-BD8F-92EB659733A6}" dt="2026-05-15T05:30:33.509" v="1160" actId="1076"/>
          <ac:picMkLst>
            <pc:docMk/>
            <pc:sldMk cId="1416387937" sldId="889"/>
            <ac:picMk id="12" creationId="{DD9DB5B0-5F58-FDF3-70C9-58C9874344D8}"/>
          </ac:picMkLst>
        </pc:picChg>
        <pc:picChg chg="add mod">
          <ac:chgData name="주석 이" userId="4c2e3b50f68e25dd" providerId="LiveId" clId="{634D3BB7-3F95-4D0B-BD8F-92EB659733A6}" dt="2026-05-15T05:31:15.908" v="1162" actId="1076"/>
          <ac:picMkLst>
            <pc:docMk/>
            <pc:sldMk cId="1416387937" sldId="889"/>
            <ac:picMk id="16" creationId="{28C1D00E-401E-AE2E-3981-F1712789C6EA}"/>
          </ac:picMkLst>
        </pc:picChg>
        <pc:picChg chg="add mod">
          <ac:chgData name="주석 이" userId="4c2e3b50f68e25dd" providerId="LiveId" clId="{634D3BB7-3F95-4D0B-BD8F-92EB659733A6}" dt="2026-05-15T05:31:46.687" v="1165" actId="14100"/>
          <ac:picMkLst>
            <pc:docMk/>
            <pc:sldMk cId="1416387937" sldId="889"/>
            <ac:picMk id="19" creationId="{B2A42E4B-8215-C261-F137-8E1AA55E8A1D}"/>
          </ac:picMkLst>
        </pc:picChg>
        <pc:picChg chg="add mod">
          <ac:chgData name="주석 이" userId="4c2e3b50f68e25dd" providerId="LiveId" clId="{634D3BB7-3F95-4D0B-BD8F-92EB659733A6}" dt="2026-05-15T05:32:12.140" v="1167" actId="1076"/>
          <ac:picMkLst>
            <pc:docMk/>
            <pc:sldMk cId="1416387937" sldId="889"/>
            <ac:picMk id="21" creationId="{00E67C81-E10F-280E-5789-8B4D79A99849}"/>
          </ac:picMkLst>
        </pc:picChg>
        <pc:picChg chg="add mod">
          <ac:chgData name="주석 이" userId="4c2e3b50f68e25dd" providerId="LiveId" clId="{634D3BB7-3F95-4D0B-BD8F-92EB659733A6}" dt="2026-05-15T05:32:31.837" v="1169" actId="1076"/>
          <ac:picMkLst>
            <pc:docMk/>
            <pc:sldMk cId="1416387937" sldId="889"/>
            <ac:picMk id="23" creationId="{9EDB2B25-3FEA-6F53-0243-7E0A7D663930}"/>
          </ac:picMkLst>
        </pc:picChg>
        <pc:picChg chg="add mod">
          <ac:chgData name="주석 이" userId="4c2e3b50f68e25dd" providerId="LiveId" clId="{634D3BB7-3F95-4D0B-BD8F-92EB659733A6}" dt="2026-05-15T05:32:54.022" v="1171" actId="1076"/>
          <ac:picMkLst>
            <pc:docMk/>
            <pc:sldMk cId="1416387937" sldId="889"/>
            <ac:picMk id="25" creationId="{4B8376BB-3769-3C5E-644A-4384E58BA2F9}"/>
          </ac:picMkLst>
        </pc:picChg>
      </pc:sldChg>
      <pc:sldChg chg="delSp modSp add mod">
        <pc:chgData name="주석 이" userId="4c2e3b50f68e25dd" providerId="LiveId" clId="{634D3BB7-3F95-4D0B-BD8F-92EB659733A6}" dt="2026-05-18T05:34:04.854" v="1241" actId="20577"/>
        <pc:sldMkLst>
          <pc:docMk/>
          <pc:sldMk cId="483689438" sldId="890"/>
        </pc:sldMkLst>
        <pc:spChg chg="mod">
          <ac:chgData name="주석 이" userId="4c2e3b50f68e25dd" providerId="LiveId" clId="{634D3BB7-3F95-4D0B-BD8F-92EB659733A6}" dt="2026-05-18T05:34:04.854" v="1241" actId="20577"/>
          <ac:spMkLst>
            <pc:docMk/>
            <pc:sldMk cId="483689438" sldId="890"/>
            <ac:spMk id="2" creationId="{ABB5910E-6D0D-25E2-159D-45432DA28473}"/>
          </ac:spMkLst>
        </pc:spChg>
        <pc:spChg chg="mod">
          <ac:chgData name="주석 이" userId="4c2e3b50f68e25dd" providerId="LiveId" clId="{634D3BB7-3F95-4D0B-BD8F-92EB659733A6}" dt="2026-05-18T05:07:26.731" v="1195" actId="20577"/>
          <ac:spMkLst>
            <pc:docMk/>
            <pc:sldMk cId="483689438" sldId="890"/>
            <ac:spMk id="5" creationId="{37D37D23-ED71-D2D4-137D-BBA94C9FB50D}"/>
          </ac:spMkLst>
        </pc:spChg>
        <pc:picChg chg="del">
          <ac:chgData name="주석 이" userId="4c2e3b50f68e25dd" providerId="LiveId" clId="{634D3BB7-3F95-4D0B-BD8F-92EB659733A6}" dt="2026-05-18T05:07:30.008" v="1196" actId="478"/>
          <ac:picMkLst>
            <pc:docMk/>
            <pc:sldMk cId="483689438" sldId="890"/>
            <ac:picMk id="12" creationId="{9E8AB3AF-9DC0-2864-0E39-4CFB3C64CD27}"/>
          </ac:picMkLst>
        </pc:picChg>
        <pc:picChg chg="del mod">
          <ac:chgData name="주석 이" userId="4c2e3b50f68e25dd" providerId="LiveId" clId="{634D3BB7-3F95-4D0B-BD8F-92EB659733A6}" dt="2026-05-18T05:07:31.782" v="1199" actId="478"/>
          <ac:picMkLst>
            <pc:docMk/>
            <pc:sldMk cId="483689438" sldId="890"/>
            <ac:picMk id="16" creationId="{F465ABDF-DC89-AE15-B87A-AF7D47F1D2E1}"/>
          </ac:picMkLst>
        </pc:picChg>
        <pc:picChg chg="del">
          <ac:chgData name="주석 이" userId="4c2e3b50f68e25dd" providerId="LiveId" clId="{634D3BB7-3F95-4D0B-BD8F-92EB659733A6}" dt="2026-05-18T05:07:33.457" v="1201" actId="478"/>
          <ac:picMkLst>
            <pc:docMk/>
            <pc:sldMk cId="483689438" sldId="890"/>
            <ac:picMk id="19" creationId="{248FCAE1-3B39-DA6E-F995-A4424661E59F}"/>
          </ac:picMkLst>
        </pc:picChg>
        <pc:picChg chg="del">
          <ac:chgData name="주석 이" userId="4c2e3b50f68e25dd" providerId="LiveId" clId="{634D3BB7-3F95-4D0B-BD8F-92EB659733A6}" dt="2026-05-18T05:07:32.833" v="1200" actId="478"/>
          <ac:picMkLst>
            <pc:docMk/>
            <pc:sldMk cId="483689438" sldId="890"/>
            <ac:picMk id="21" creationId="{CE8219CE-88AF-61E5-9740-A7D7DBFF293D}"/>
          </ac:picMkLst>
        </pc:picChg>
        <pc:picChg chg="del mod">
          <ac:chgData name="주석 이" userId="4c2e3b50f68e25dd" providerId="LiveId" clId="{634D3BB7-3F95-4D0B-BD8F-92EB659733A6}" dt="2026-05-18T05:07:34.055" v="1203" actId="478"/>
          <ac:picMkLst>
            <pc:docMk/>
            <pc:sldMk cId="483689438" sldId="890"/>
            <ac:picMk id="23" creationId="{74DB5D15-2A28-4C93-B4BC-2A7ECBD8C31D}"/>
          </ac:picMkLst>
        </pc:picChg>
        <pc:picChg chg="del">
          <ac:chgData name="주석 이" userId="4c2e3b50f68e25dd" providerId="LiveId" clId="{634D3BB7-3F95-4D0B-BD8F-92EB659733A6}" dt="2026-05-18T05:07:31.152" v="1197" actId="478"/>
          <ac:picMkLst>
            <pc:docMk/>
            <pc:sldMk cId="483689438" sldId="890"/>
            <ac:picMk id="25" creationId="{9580BF44-6F05-B6EE-4BD3-1C854B91335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2" y="0"/>
            <a:ext cx="3079202" cy="5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4"/>
            <a:ext cx="3079202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2" y="9720674"/>
            <a:ext cx="3079202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959EBB7-4909-4D72-860C-C5D7B090C9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5849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2" y="0"/>
            <a:ext cx="3079202" cy="51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768350"/>
            <a:ext cx="554196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2793"/>
            <a:ext cx="5683914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4"/>
            <a:ext cx="3079202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2" y="9720674"/>
            <a:ext cx="3079202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84" tIns="47392" rIns="94784" bIns="4739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DDBCCD6-8456-4C5A-B6E6-63CED24552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11296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DBCCD6-8456-4C5A-B6E6-63CED24552B8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DBCCD6-8456-4C5A-B6E6-63CED24552B8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566E9-E18B-40F7-800A-D1D6044D43F1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05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2163" y="774700"/>
            <a:ext cx="5524500" cy="3824288"/>
          </a:xfrm>
          <a:ln cap="flat"/>
        </p:spPr>
      </p:sp>
      <p:sp>
        <p:nvSpPr>
          <p:cNvPr id="10588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7121" tIns="48562" rIns="97121" bIns="48562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F2E8E-462C-CFB6-E73C-9246F6ED7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68DDC68A-CA83-593C-4D4D-C37795B21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566E9-E18B-40F7-800A-D1D6044D43F1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058818" name="Rectangle 2">
            <a:extLst>
              <a:ext uri="{FF2B5EF4-FFF2-40B4-BE49-F238E27FC236}">
                <a16:creationId xmlns:a16="http://schemas.microsoft.com/office/drawing/2014/main" id="{61C3950E-55A3-3714-3485-76234CE664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2163" y="774700"/>
            <a:ext cx="5524500" cy="3824288"/>
          </a:xfrm>
          <a:ln cap="flat"/>
        </p:spPr>
      </p:sp>
      <p:sp>
        <p:nvSpPr>
          <p:cNvPr id="1058819" name="Rectangle 3">
            <a:extLst>
              <a:ext uri="{FF2B5EF4-FFF2-40B4-BE49-F238E27FC236}">
                <a16:creationId xmlns:a16="http://schemas.microsoft.com/office/drawing/2014/main" id="{FFEAF936-93A5-7314-222F-3E27DEBA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7121" tIns="48562" rIns="97121" bIns="48562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14608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E901-52F0-86D3-BCA2-FCA06736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527EADB-326C-B011-7066-9E4047AD1D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566E9-E18B-40F7-800A-D1D6044D43F1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058818" name="Rectangle 2">
            <a:extLst>
              <a:ext uri="{FF2B5EF4-FFF2-40B4-BE49-F238E27FC236}">
                <a16:creationId xmlns:a16="http://schemas.microsoft.com/office/drawing/2014/main" id="{85317A2B-ED33-553A-CE5E-C88154E78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2163" y="774700"/>
            <a:ext cx="5524500" cy="3824288"/>
          </a:xfrm>
          <a:ln cap="flat"/>
        </p:spPr>
      </p:sp>
      <p:sp>
        <p:nvSpPr>
          <p:cNvPr id="1058819" name="Rectangle 3">
            <a:extLst>
              <a:ext uri="{FF2B5EF4-FFF2-40B4-BE49-F238E27FC236}">
                <a16:creationId xmlns:a16="http://schemas.microsoft.com/office/drawing/2014/main" id="{D763AE3C-344B-1935-2FBB-FDAA28A71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7121" tIns="48562" rIns="97121" bIns="48562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05906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F090-4FAA-A96B-0C61-8A365638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4A70F8-BEFC-EED6-3C48-B8BF5EC2BC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566E9-E18B-40F7-800A-D1D6044D43F1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058818" name="Rectangle 2">
            <a:extLst>
              <a:ext uri="{FF2B5EF4-FFF2-40B4-BE49-F238E27FC236}">
                <a16:creationId xmlns:a16="http://schemas.microsoft.com/office/drawing/2014/main" id="{FE4D4188-8975-C653-99B8-97DB7FFD5C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2163" y="774700"/>
            <a:ext cx="5524500" cy="3824288"/>
          </a:xfrm>
          <a:ln cap="flat"/>
        </p:spPr>
      </p:sp>
      <p:sp>
        <p:nvSpPr>
          <p:cNvPr id="1058819" name="Rectangle 3">
            <a:extLst>
              <a:ext uri="{FF2B5EF4-FFF2-40B4-BE49-F238E27FC236}">
                <a16:creationId xmlns:a16="http://schemas.microsoft.com/office/drawing/2014/main" id="{0BD23D51-E5AC-7D82-3BE5-2FE86F9EA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7121" tIns="48562" rIns="97121" bIns="48562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5797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6DB2-537C-5A7E-FDF4-ECB87E1C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81F40F58-C544-CD6F-11B2-842D323479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566E9-E18B-40F7-800A-D1D6044D43F1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058818" name="Rectangle 2">
            <a:extLst>
              <a:ext uri="{FF2B5EF4-FFF2-40B4-BE49-F238E27FC236}">
                <a16:creationId xmlns:a16="http://schemas.microsoft.com/office/drawing/2014/main" id="{B0DE53E4-1A41-D1A3-41DB-D0818780A1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2163" y="774700"/>
            <a:ext cx="5524500" cy="3824288"/>
          </a:xfrm>
          <a:ln cap="flat"/>
        </p:spPr>
      </p:sp>
      <p:sp>
        <p:nvSpPr>
          <p:cNvPr id="1058819" name="Rectangle 3">
            <a:extLst>
              <a:ext uri="{FF2B5EF4-FFF2-40B4-BE49-F238E27FC236}">
                <a16:creationId xmlns:a16="http://schemas.microsoft.com/office/drawing/2014/main" id="{91CF8B98-AFE6-B11F-562E-582822668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7121" tIns="48562" rIns="97121" bIns="48562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34296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A445A-0B7C-F00B-1283-E1B89653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35B50349-EE98-C440-0D96-3607F800AD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566E9-E18B-40F7-800A-D1D6044D43F1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058818" name="Rectangle 2">
            <a:extLst>
              <a:ext uri="{FF2B5EF4-FFF2-40B4-BE49-F238E27FC236}">
                <a16:creationId xmlns:a16="http://schemas.microsoft.com/office/drawing/2014/main" id="{557F595B-E9D3-C917-29B8-E01E00B16A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2163" y="774700"/>
            <a:ext cx="5524500" cy="3824288"/>
          </a:xfrm>
          <a:ln cap="flat"/>
        </p:spPr>
      </p:sp>
      <p:sp>
        <p:nvSpPr>
          <p:cNvPr id="1058819" name="Rectangle 3">
            <a:extLst>
              <a:ext uri="{FF2B5EF4-FFF2-40B4-BE49-F238E27FC236}">
                <a16:creationId xmlns:a16="http://schemas.microsoft.com/office/drawing/2014/main" id="{C5B31D27-F571-F7FE-AFFC-3743825FC0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7121" tIns="48562" rIns="97121" bIns="48562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7228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029200" y="1600200"/>
            <a:ext cx="43815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5029200" y="3938588"/>
            <a:ext cx="43815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-26988"/>
            <a:ext cx="9906000" cy="1439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273050" y="2349500"/>
            <a:ext cx="963295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ko-KR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itchFamily="18" charset="-127"/>
                <a:ea typeface="HY견고딕" pitchFamily="18" charset="-127"/>
              </a:rPr>
              <a:t>1. </a:t>
            </a:r>
            <a:r>
              <a:rPr kumimoji="1" lang="ko-KR" altLang="en-US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itchFamily="18" charset="-127"/>
                <a:ea typeface="HY견고딕" pitchFamily="18" charset="-127"/>
              </a:rPr>
              <a:t>컴퓨터</a:t>
            </a:r>
            <a:r>
              <a:rPr kumimoji="1" lang="en-US" altLang="ko-KR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1" lang="ko-KR" altLang="en-US" sz="4400">
                <a:effectLst>
                  <a:outerShdw blurRad="38100" dist="38100" dir="2700000" algn="tl">
                    <a:srgbClr val="C0C0C0"/>
                  </a:outerShdw>
                </a:effectLst>
                <a:latin typeface="HY견고딕" pitchFamily="18" charset="-127"/>
                <a:ea typeface="HY견고딕" pitchFamily="18" charset="-127"/>
              </a:rPr>
              <a:t>비전 </a:t>
            </a:r>
            <a:endParaRPr kumimoji="1" lang="en-US" altLang="ko-KR" sz="4400" dirty="0">
              <a:effectLst>
                <a:outerShdw blurRad="38100" dist="38100" dir="2700000" algn="tl">
                  <a:srgbClr val="C0C0C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4521200" y="6453188"/>
            <a:ext cx="655638" cy="2714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latinLnBrk="0" hangingPunct="0"/>
            <a:endParaRPr lang="ko-KR" altLang="en-US"/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3584418" y="4293096"/>
            <a:ext cx="2384742" cy="10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783" tIns="47891" rIns="95783" bIns="4789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ko-KR" sz="2000" dirty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2026.  9. </a:t>
            </a:r>
            <a:br>
              <a:rPr kumimoji="1" lang="en-US" altLang="ko-KR" sz="2100" dirty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</a:br>
            <a:br>
              <a:rPr kumimoji="1" lang="en-US" altLang="ko-KR" sz="2100" dirty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</a:br>
            <a:r>
              <a:rPr kumimoji="1" lang="ko-KR" altLang="en-US" sz="2100" dirty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항공대학교 이주석</a:t>
            </a:r>
            <a:endParaRPr kumimoji="1" lang="en-US" altLang="ko-KR" sz="1400" dirty="0"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Freeform 12"/>
          <p:cNvSpPr>
            <a:spLocks/>
          </p:cNvSpPr>
          <p:nvPr/>
        </p:nvSpPr>
        <p:spPr bwMode="auto">
          <a:xfrm>
            <a:off x="816275" y="1796182"/>
            <a:ext cx="3528714" cy="120650"/>
          </a:xfrm>
          <a:custGeom>
            <a:avLst/>
            <a:gdLst>
              <a:gd name="T0" fmla="*/ 0 w 3856"/>
              <a:gd name="T1" fmla="*/ 0 h 136"/>
              <a:gd name="T2" fmla="*/ 0 w 3856"/>
              <a:gd name="T3" fmla="*/ 2147483647 h 136"/>
              <a:gd name="T4" fmla="*/ 2147483647 w 3856"/>
              <a:gd name="T5" fmla="*/ 2147483647 h 136"/>
              <a:gd name="T6" fmla="*/ 0 60000 65536"/>
              <a:gd name="T7" fmla="*/ 0 60000 65536"/>
              <a:gd name="T8" fmla="*/ 0 60000 65536"/>
              <a:gd name="T9" fmla="*/ 0 w 3856"/>
              <a:gd name="T10" fmla="*/ 0 h 136"/>
              <a:gd name="T11" fmla="*/ 3856 w 385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56" h="136">
                <a:moveTo>
                  <a:pt x="0" y="0"/>
                </a:moveTo>
                <a:lnTo>
                  <a:pt x="0" y="136"/>
                </a:lnTo>
                <a:lnTo>
                  <a:pt x="3856" y="136"/>
                </a:lnTo>
              </a:path>
            </a:pathLst>
          </a:custGeom>
          <a:noFill/>
          <a:ln w="31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eaLnBrk="0" latinLnBrk="0" hangingPunct="0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5" name="Freeform 13"/>
          <p:cNvSpPr>
            <a:spLocks/>
          </p:cNvSpPr>
          <p:nvPr/>
        </p:nvSpPr>
        <p:spPr bwMode="auto">
          <a:xfrm>
            <a:off x="816275" y="3950072"/>
            <a:ext cx="3528714" cy="120650"/>
          </a:xfrm>
          <a:custGeom>
            <a:avLst/>
            <a:gdLst>
              <a:gd name="T0" fmla="*/ 0 w 3856"/>
              <a:gd name="T1" fmla="*/ 0 h 136"/>
              <a:gd name="T2" fmla="*/ 0 w 3856"/>
              <a:gd name="T3" fmla="*/ 2147483647 h 136"/>
              <a:gd name="T4" fmla="*/ 2147483647 w 3856"/>
              <a:gd name="T5" fmla="*/ 2147483647 h 136"/>
              <a:gd name="T6" fmla="*/ 0 60000 65536"/>
              <a:gd name="T7" fmla="*/ 0 60000 65536"/>
              <a:gd name="T8" fmla="*/ 0 60000 65536"/>
              <a:gd name="T9" fmla="*/ 0 w 3856"/>
              <a:gd name="T10" fmla="*/ 0 h 136"/>
              <a:gd name="T11" fmla="*/ 3856 w 385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56" h="136">
                <a:moveTo>
                  <a:pt x="0" y="0"/>
                </a:moveTo>
                <a:lnTo>
                  <a:pt x="0" y="136"/>
                </a:lnTo>
                <a:lnTo>
                  <a:pt x="3856" y="136"/>
                </a:lnTo>
              </a:path>
            </a:pathLst>
          </a:custGeom>
          <a:noFill/>
          <a:ln w="31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eaLnBrk="0" latinLnBrk="0" hangingPunct="0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6" name="Freeform 14"/>
          <p:cNvSpPr>
            <a:spLocks/>
          </p:cNvSpPr>
          <p:nvPr/>
        </p:nvSpPr>
        <p:spPr bwMode="auto">
          <a:xfrm>
            <a:off x="4782131" y="4228643"/>
            <a:ext cx="3569484" cy="132051"/>
          </a:xfrm>
          <a:custGeom>
            <a:avLst/>
            <a:gdLst>
              <a:gd name="T0" fmla="*/ 0 w 3856"/>
              <a:gd name="T1" fmla="*/ 0 h 136"/>
              <a:gd name="T2" fmla="*/ 0 w 3856"/>
              <a:gd name="T3" fmla="*/ 2147483647 h 136"/>
              <a:gd name="T4" fmla="*/ 2147483647 w 3856"/>
              <a:gd name="T5" fmla="*/ 2147483647 h 136"/>
              <a:gd name="T6" fmla="*/ 0 60000 65536"/>
              <a:gd name="T7" fmla="*/ 0 60000 65536"/>
              <a:gd name="T8" fmla="*/ 0 60000 65536"/>
              <a:gd name="T9" fmla="*/ 0 w 3856"/>
              <a:gd name="T10" fmla="*/ 0 h 136"/>
              <a:gd name="T11" fmla="*/ 3856 w 385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56" h="136">
                <a:moveTo>
                  <a:pt x="0" y="0"/>
                </a:moveTo>
                <a:lnTo>
                  <a:pt x="0" y="136"/>
                </a:lnTo>
                <a:lnTo>
                  <a:pt x="3856" y="136"/>
                </a:lnTo>
              </a:path>
            </a:pathLst>
          </a:custGeom>
          <a:noFill/>
          <a:ln w="31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eaLnBrk="0" latinLnBrk="0" hangingPunct="0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7" name="Oval 15"/>
          <p:cNvSpPr>
            <a:spLocks noChangeArrowheads="1"/>
          </p:cNvSpPr>
          <p:nvPr/>
        </p:nvSpPr>
        <p:spPr bwMode="auto">
          <a:xfrm>
            <a:off x="632124" y="1453282"/>
            <a:ext cx="360362" cy="358775"/>
          </a:xfrm>
          <a:prstGeom prst="ellipse">
            <a:avLst/>
          </a:prstGeom>
          <a:solidFill>
            <a:srgbClr val="0033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ko-KR" sz="1600" i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2298" name="Text Box 16"/>
          <p:cNvSpPr txBox="1">
            <a:spLocks noChangeArrowheads="1"/>
          </p:cNvSpPr>
          <p:nvPr/>
        </p:nvSpPr>
        <p:spPr bwMode="auto">
          <a:xfrm>
            <a:off x="1063924" y="1551707"/>
            <a:ext cx="18373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ko-KR" altLang="en-US" sz="1600" i="1" dirty="0">
                <a:solidFill>
                  <a:srgbClr val="0052A4"/>
                </a:solidFill>
                <a:latin typeface="맑은 고딕" pitchFamily="50" charset="-127"/>
                <a:ea typeface="맑은 고딕" pitchFamily="50" charset="-127"/>
              </a:rPr>
              <a:t>컴퓨터 비전 개요 </a:t>
            </a:r>
            <a:endParaRPr kumimoji="1" lang="en-US" altLang="ko-KR" sz="1600" i="1" dirty="0">
              <a:solidFill>
                <a:srgbClr val="0052A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9" name="Oval 17"/>
          <p:cNvSpPr>
            <a:spLocks noChangeArrowheads="1"/>
          </p:cNvSpPr>
          <p:nvPr/>
        </p:nvSpPr>
        <p:spPr bwMode="auto">
          <a:xfrm>
            <a:off x="632124" y="3613522"/>
            <a:ext cx="360362" cy="358775"/>
          </a:xfrm>
          <a:prstGeom prst="ellipse">
            <a:avLst/>
          </a:prstGeom>
          <a:solidFill>
            <a:srgbClr val="0033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ko-KR" sz="1600" i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2300" name="Oval 19"/>
          <p:cNvSpPr>
            <a:spLocks noChangeArrowheads="1"/>
          </p:cNvSpPr>
          <p:nvPr/>
        </p:nvSpPr>
        <p:spPr bwMode="auto">
          <a:xfrm>
            <a:off x="4597980" y="3885744"/>
            <a:ext cx="360362" cy="358775"/>
          </a:xfrm>
          <a:prstGeom prst="ellipse">
            <a:avLst/>
          </a:prstGeom>
          <a:solidFill>
            <a:srgbClr val="0033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ko-KR" sz="1600" i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12301" name="Text Box 20"/>
          <p:cNvSpPr txBox="1">
            <a:spLocks noChangeArrowheads="1"/>
          </p:cNvSpPr>
          <p:nvPr/>
        </p:nvSpPr>
        <p:spPr bwMode="auto">
          <a:xfrm>
            <a:off x="1063924" y="3707016"/>
            <a:ext cx="28082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ko-KR" altLang="en-US" sz="1600" i="1" dirty="0">
                <a:solidFill>
                  <a:srgbClr val="0052A4"/>
                </a:solidFill>
                <a:latin typeface="맑은 고딕" pitchFamily="50" charset="-127"/>
                <a:ea typeface="맑은 고딕" pitchFamily="50" charset="-127"/>
              </a:rPr>
              <a:t>디지털 이미지 구조 이해</a:t>
            </a:r>
            <a:endParaRPr kumimoji="1" lang="en-US" altLang="ko-KR" sz="1600" i="1" dirty="0">
              <a:solidFill>
                <a:srgbClr val="0052A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04" name="Text Box 23"/>
          <p:cNvSpPr txBox="1">
            <a:spLocks noChangeArrowheads="1"/>
          </p:cNvSpPr>
          <p:nvPr/>
        </p:nvSpPr>
        <p:spPr bwMode="auto">
          <a:xfrm>
            <a:off x="5029780" y="3979238"/>
            <a:ext cx="217559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ko-KR" altLang="en-US" sz="1600" i="1" dirty="0">
                <a:solidFill>
                  <a:srgbClr val="0052A4"/>
                </a:solidFill>
                <a:latin typeface="맑은 고딕" pitchFamily="50" charset="-127"/>
                <a:ea typeface="맑은 고딕" pitchFamily="50" charset="-127"/>
              </a:rPr>
              <a:t>파이썬 영상처리 실습</a:t>
            </a:r>
            <a:endParaRPr kumimoji="1" lang="en-US" altLang="ko-KR" sz="1600" i="1" dirty="0">
              <a:solidFill>
                <a:srgbClr val="0052A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1513" name="Text Box 25"/>
          <p:cNvSpPr txBox="1">
            <a:spLocks noChangeArrowheads="1"/>
          </p:cNvSpPr>
          <p:nvPr/>
        </p:nvSpPr>
        <p:spPr bwMode="auto">
          <a:xfrm>
            <a:off x="273050" y="246063"/>
            <a:ext cx="2449513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4000" tIns="43539" rIns="54000" bIns="43539" anchor="ctr">
            <a:spAutoFit/>
          </a:bodyPr>
          <a:lstStyle/>
          <a:p>
            <a:pPr defTabSz="871538">
              <a:defRPr/>
            </a:pPr>
            <a:r>
              <a:rPr kumimoji="1" lang="en-US" altLang="ko-KR" sz="2000" i="1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rPr>
              <a:t>C</a:t>
            </a:r>
            <a:r>
              <a:rPr kumimoji="1" lang="en-US" altLang="ko-KR" sz="2000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rPr>
              <a:t>ONTENTS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2D9AAC-4ABD-EB51-C677-E830A0317B06}"/>
              </a:ext>
            </a:extLst>
          </p:cNvPr>
          <p:cNvSpPr txBox="1"/>
          <p:nvPr/>
        </p:nvSpPr>
        <p:spPr>
          <a:xfrm>
            <a:off x="1208262" y="1916832"/>
            <a:ext cx="3384376" cy="171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 개념과 정의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비전의 발전 과정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비전과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딥러닝의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비전의 주요 작업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비전의 응용 분야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 처리 과정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87C83-F525-FCC1-BA0A-205D1BFE9814}"/>
              </a:ext>
            </a:extLst>
          </p:cNvPr>
          <p:cNvSpPr txBox="1"/>
          <p:nvPr/>
        </p:nvSpPr>
        <p:spPr>
          <a:xfrm>
            <a:off x="1116187" y="4046146"/>
            <a:ext cx="3384376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픽셀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해상도와 비트 깊이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색상모델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그레이스케일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모델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색상모델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RGB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색상모델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YUV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 형식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C0F0A-0B13-B8F9-C626-06FB7E74DCD2}"/>
              </a:ext>
            </a:extLst>
          </p:cNvPr>
          <p:cNvSpPr txBox="1"/>
          <p:nvPr/>
        </p:nvSpPr>
        <p:spPr>
          <a:xfrm>
            <a:off x="5174118" y="4338470"/>
            <a:ext cx="3739322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실습환경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Google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Colab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처리를 위한 핵심 라이브러리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A07018B-C7AB-9AB2-FD9B-8997ABDA9802}"/>
              </a:ext>
            </a:extLst>
          </p:cNvPr>
          <p:cNvSpPr txBox="1">
            <a:spLocks/>
          </p:cNvSpPr>
          <p:nvPr/>
        </p:nvSpPr>
        <p:spPr>
          <a:xfrm>
            <a:off x="8913440" y="-9525"/>
            <a:ext cx="959291" cy="30480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-   </a:t>
            </a:r>
            <a:fld id="{BA03F400-F5B5-4CD7-8020-96CEAFFF99B2}" type="slidenum">
              <a:rPr lang="en-US" altLang="ko-KR" sz="1600" smtClean="0">
                <a:solidFill>
                  <a:schemeClr val="bg1"/>
                </a:solidFill>
              </a:rPr>
              <a:pPr algn="ctr"/>
              <a:t>2</a:t>
            </a:fld>
            <a:r>
              <a:rPr lang="en-US" altLang="ko-KR" sz="1600" dirty="0">
                <a:solidFill>
                  <a:schemeClr val="bg1"/>
                </a:solidFill>
              </a:rPr>
              <a:t>   -</a:t>
            </a:r>
          </a:p>
        </p:txBody>
      </p:sp>
      <p:sp>
        <p:nvSpPr>
          <p:cNvPr id="6" name="Freeform 13">
            <a:extLst>
              <a:ext uri="{FF2B5EF4-FFF2-40B4-BE49-F238E27FC236}">
                <a16:creationId xmlns:a16="http://schemas.microsoft.com/office/drawing/2014/main" id="{7DD99E9D-68C5-E593-39E8-5245CEE106F7}"/>
              </a:ext>
            </a:extLst>
          </p:cNvPr>
          <p:cNvSpPr>
            <a:spLocks/>
          </p:cNvSpPr>
          <p:nvPr/>
        </p:nvSpPr>
        <p:spPr bwMode="auto">
          <a:xfrm>
            <a:off x="4822899" y="1782876"/>
            <a:ext cx="3528715" cy="132051"/>
          </a:xfrm>
          <a:custGeom>
            <a:avLst/>
            <a:gdLst>
              <a:gd name="T0" fmla="*/ 0 w 3856"/>
              <a:gd name="T1" fmla="*/ 0 h 136"/>
              <a:gd name="T2" fmla="*/ 0 w 3856"/>
              <a:gd name="T3" fmla="*/ 2147483647 h 136"/>
              <a:gd name="T4" fmla="*/ 2147483647 w 3856"/>
              <a:gd name="T5" fmla="*/ 2147483647 h 136"/>
              <a:gd name="T6" fmla="*/ 0 60000 65536"/>
              <a:gd name="T7" fmla="*/ 0 60000 65536"/>
              <a:gd name="T8" fmla="*/ 0 60000 65536"/>
              <a:gd name="T9" fmla="*/ 0 w 3856"/>
              <a:gd name="T10" fmla="*/ 0 h 136"/>
              <a:gd name="T11" fmla="*/ 3856 w 385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56" h="136">
                <a:moveTo>
                  <a:pt x="0" y="0"/>
                </a:moveTo>
                <a:lnTo>
                  <a:pt x="0" y="136"/>
                </a:lnTo>
                <a:lnTo>
                  <a:pt x="3856" y="136"/>
                </a:lnTo>
              </a:path>
            </a:pathLst>
          </a:custGeom>
          <a:noFill/>
          <a:ln w="31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eaLnBrk="0" latinLnBrk="0" hangingPunct="0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Oval 17">
            <a:extLst>
              <a:ext uri="{FF2B5EF4-FFF2-40B4-BE49-F238E27FC236}">
                <a16:creationId xmlns:a16="http://schemas.microsoft.com/office/drawing/2014/main" id="{3A185601-6C57-BCFF-B46B-16F4E58A5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749" y="1446327"/>
            <a:ext cx="360362" cy="358775"/>
          </a:xfrm>
          <a:prstGeom prst="ellipse">
            <a:avLst/>
          </a:prstGeom>
          <a:solidFill>
            <a:srgbClr val="0033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ko-KR" sz="1600" i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785E75D7-33AD-A901-DDA6-DD2F60AF8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549" y="1539821"/>
            <a:ext cx="28082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ko-KR" altLang="en-US" sz="1600" i="1" dirty="0">
                <a:solidFill>
                  <a:srgbClr val="0052A4"/>
                </a:solidFill>
                <a:latin typeface="맑은 고딕" pitchFamily="50" charset="-127"/>
                <a:ea typeface="맑은 고딕" pitchFamily="50" charset="-127"/>
              </a:rPr>
              <a:t>이미지 데이터 </a:t>
            </a:r>
            <a:r>
              <a:rPr kumimoji="1" lang="ko-KR" altLang="en-US" sz="1600" i="1" dirty="0" err="1">
                <a:solidFill>
                  <a:srgbClr val="0052A4"/>
                </a:solidFill>
                <a:latin typeface="맑은 고딕" pitchFamily="50" charset="-127"/>
                <a:ea typeface="맑은 고딕" pitchFamily="50" charset="-127"/>
              </a:rPr>
              <a:t>전처리</a:t>
            </a:r>
            <a:endParaRPr kumimoji="1" lang="en-US" altLang="ko-KR" sz="1600" i="1" dirty="0">
              <a:solidFill>
                <a:srgbClr val="0052A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4B7C44-E459-25C3-8D18-CF823FF07752}"/>
              </a:ext>
            </a:extLst>
          </p:cNvPr>
          <p:cNvSpPr txBox="1"/>
          <p:nvPr/>
        </p:nvSpPr>
        <p:spPr>
          <a:xfrm>
            <a:off x="5070549" y="1883505"/>
            <a:ext cx="3384376" cy="1995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크기 조정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Resizing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자르기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Cropping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색상 공간 변화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 향상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노이즈 제거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스케일링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정규화와 표준화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∙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증강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(Data Augmentation)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750" y="1773014"/>
            <a:ext cx="9292778" cy="5040362"/>
          </a:xfrm>
          <a:noFill/>
          <a:ln/>
        </p:spPr>
        <p:txBody>
          <a:bodyPr lIns="92075" tIns="46038" rIns="92075" bIns="46038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System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Requirements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ko-KR" sz="18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ko-KR" sz="18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File Structure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ko-KR" sz="18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ko-KR" sz="18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ko-KR" sz="18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Library Requirements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300" b="1" dirty="0">
                <a:latin typeface="맑은 고딕" pitchFamily="50" charset="-127"/>
                <a:ea typeface="맑은 고딕" pitchFamily="50" charset="-127"/>
              </a:rPr>
              <a:t>. libgl1-mesa-glx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300" b="1" dirty="0">
                <a:latin typeface="맑은 고딕" pitchFamily="50" charset="-127"/>
                <a:ea typeface="맑은 고딕" pitchFamily="50" charset="-127"/>
              </a:rPr>
              <a:t>//OpenGL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3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300" b="1" dirty="0">
                <a:latin typeface="맑은 고딕" pitchFamily="50" charset="-127"/>
                <a:ea typeface="맑은 고딕" pitchFamily="50" charset="-127"/>
              </a:rPr>
              <a:t>. libglib2.0-0    // Glib 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라이브러리</a:t>
            </a:r>
            <a:r>
              <a:rPr lang="en-US" altLang="ko-KR" sz="13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리눅스 프로그램 기본</a:t>
            </a:r>
            <a:r>
              <a:rPr lang="en-US" altLang="ko-KR" sz="13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3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300" dirty="0" err="1"/>
              <a:t>sudo</a:t>
            </a:r>
            <a:r>
              <a:rPr lang="en-US" altLang="ko-KR" sz="1300" dirty="0"/>
              <a:t> apt-get install -y --no-install-recommends libgl1-mesa-glx libglib2.0-0 make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300" dirty="0"/>
              <a:t>        </a:t>
            </a:r>
            <a:r>
              <a:rPr lang="ko-KR" altLang="en-US" sz="1300" dirty="0"/>
              <a:t>패키지</a:t>
            </a:r>
            <a:r>
              <a:rPr lang="en-US" altLang="ko-KR" sz="1300" dirty="0"/>
              <a:t> </a:t>
            </a:r>
            <a:r>
              <a:rPr lang="ko-KR" altLang="en-US" sz="1300" dirty="0"/>
              <a:t>설치</a:t>
            </a:r>
            <a:r>
              <a:rPr lang="en-US" altLang="ko-KR" sz="1300" dirty="0"/>
              <a:t>,            </a:t>
            </a:r>
            <a:r>
              <a:rPr lang="ko-KR" altLang="en-US" sz="1300" dirty="0"/>
              <a:t>최소 추천 설치                                                       소스코드 컴파일시 사용하는 빌드 도구</a:t>
            </a:r>
            <a:endParaRPr lang="en-US" altLang="ko-KR" sz="13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/>
              <a:t>그래픽라이브러리</a:t>
            </a:r>
            <a:r>
              <a:rPr lang="en-US" altLang="ko-KR" sz="1300" dirty="0"/>
              <a:t>+</a:t>
            </a:r>
            <a:r>
              <a:rPr lang="ko-KR" altLang="en-US" sz="1300" dirty="0"/>
              <a:t>기본 시스템 라이브러리</a:t>
            </a:r>
            <a:r>
              <a:rPr lang="en-US" altLang="ko-KR" sz="1300" dirty="0"/>
              <a:t>+</a:t>
            </a:r>
            <a:r>
              <a:rPr lang="ko-KR" altLang="en-US" sz="1300" dirty="0" err="1"/>
              <a:t>빌드도구를</a:t>
            </a:r>
            <a:r>
              <a:rPr lang="ko-KR" altLang="en-US" sz="1300" dirty="0"/>
              <a:t> 최소구성으로 자동 설치하는 것</a:t>
            </a:r>
            <a:endParaRPr lang="en-US" altLang="ko-KR" sz="1300" dirty="0"/>
          </a:p>
          <a:p>
            <a:pPr marL="0" indent="0">
              <a:lnSpc>
                <a:spcPct val="125000"/>
              </a:lnSpc>
              <a:buNone/>
            </a:pPr>
            <a:endParaRPr lang="en-US" altLang="ko-KR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195263" y="188913"/>
            <a:ext cx="785336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762000" latinLnBrk="0">
              <a:defRPr/>
            </a:pPr>
            <a:r>
              <a:rPr kumimoji="1" lang="en-US" altLang="ko-K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1. DX-COM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6D43E-E231-231B-C670-CEB462C44F5E}"/>
              </a:ext>
            </a:extLst>
          </p:cNvPr>
          <p:cNvSpPr txBox="1"/>
          <p:nvPr/>
        </p:nvSpPr>
        <p:spPr>
          <a:xfrm>
            <a:off x="488504" y="1268760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동작 환경  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EECF57D-0A3A-A87E-7271-302C724CA6F4}"/>
              </a:ext>
            </a:extLst>
          </p:cNvPr>
          <p:cNvSpPr txBox="1">
            <a:spLocks/>
          </p:cNvSpPr>
          <p:nvPr/>
        </p:nvSpPr>
        <p:spPr>
          <a:xfrm>
            <a:off x="8913440" y="-9525"/>
            <a:ext cx="959291" cy="30480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-   </a:t>
            </a:r>
            <a:fld id="{BA03F400-F5B5-4CD7-8020-96CEAFFF99B2}" type="slidenum">
              <a:rPr lang="en-US" altLang="ko-KR" sz="1600" smtClean="0">
                <a:solidFill>
                  <a:schemeClr val="bg1"/>
                </a:solidFill>
              </a:rPr>
              <a:pPr algn="ctr"/>
              <a:t>3</a:t>
            </a:fld>
            <a:r>
              <a:rPr lang="en-US" altLang="ko-KR" sz="1600" dirty="0">
                <a:solidFill>
                  <a:schemeClr val="bg1"/>
                </a:solidFill>
              </a:rPr>
              <a:t>   -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6D8A708-1C21-7BB1-D8DD-02726755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808" y="2420888"/>
            <a:ext cx="3277057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328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DBBC2DA-321E-F174-54B5-05DFE4F6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2">
            <a:extLst>
              <a:ext uri="{FF2B5EF4-FFF2-40B4-BE49-F238E27FC236}">
                <a16:creationId xmlns:a16="http://schemas.microsoft.com/office/drawing/2014/main" id="{3F0BBAA4-35C7-8E52-AD12-4B73EEF50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88913"/>
            <a:ext cx="785336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762000" latinLnBrk="0">
              <a:defRPr/>
            </a:pPr>
            <a:r>
              <a:rPr kumimoji="1" lang="en-US" altLang="ko-K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1. NPU Driver </a:t>
            </a:r>
            <a:r>
              <a:rPr kumimoji="1" lang="ko-KR" altLang="en-US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설치</a:t>
            </a:r>
            <a:endParaRPr kumimoji="1" lang="en-US" altLang="ko-KR" sz="2400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5BD00-F96C-82FA-D214-F4A31BCECE8E}"/>
              </a:ext>
            </a:extLst>
          </p:cNvPr>
          <p:cNvSpPr txBox="1"/>
          <p:nvPr/>
        </p:nvSpPr>
        <p:spPr>
          <a:xfrm>
            <a:off x="488504" y="1268760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동작 환경  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5CBAA7F-736F-26F8-47A8-CC6EB78C976F}"/>
              </a:ext>
            </a:extLst>
          </p:cNvPr>
          <p:cNvSpPr txBox="1">
            <a:spLocks/>
          </p:cNvSpPr>
          <p:nvPr/>
        </p:nvSpPr>
        <p:spPr>
          <a:xfrm>
            <a:off x="8913440" y="-9525"/>
            <a:ext cx="959291" cy="30480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-   </a:t>
            </a:r>
            <a:fld id="{BA03F400-F5B5-4CD7-8020-96CEAFFF99B2}" type="slidenum">
              <a:rPr lang="en-US" altLang="ko-KR" sz="1600" smtClean="0">
                <a:solidFill>
                  <a:schemeClr val="bg1"/>
                </a:solidFill>
              </a:rPr>
              <a:pPr algn="ctr"/>
              <a:t>4</a:t>
            </a:fld>
            <a:r>
              <a:rPr lang="en-US" altLang="ko-KR" sz="1600" dirty="0">
                <a:solidFill>
                  <a:schemeClr val="bg1"/>
                </a:solidFill>
              </a:rPr>
              <a:t>   -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204ABB-CD97-1FF7-F417-B6E9287F7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8" y="1692886"/>
            <a:ext cx="5401429" cy="4486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140EC4-B31E-2DA7-50A7-D8DEE2C23D7B}"/>
              </a:ext>
            </a:extLst>
          </p:cNvPr>
          <p:cNvSpPr txBox="1"/>
          <p:nvPr/>
        </p:nvSpPr>
        <p:spPr>
          <a:xfrm>
            <a:off x="6321152" y="3429000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설치되지 않음</a:t>
            </a:r>
            <a:r>
              <a:rPr lang="en-US" altLang="ko-KR" dirty="0"/>
              <a:t>, </a:t>
            </a:r>
            <a:r>
              <a:rPr lang="en-US" altLang="ko-KR" dirty="0" err="1"/>
              <a:t>Kbuild</a:t>
            </a:r>
            <a:r>
              <a:rPr lang="en-US" altLang="ko-KR" dirty="0"/>
              <a:t> </a:t>
            </a:r>
            <a:r>
              <a:rPr lang="ko-KR" altLang="en-US" dirty="0"/>
              <a:t>가 있으므로 </a:t>
            </a:r>
            <a:r>
              <a:rPr lang="en-US" altLang="ko-KR" dirty="0"/>
              <a:t>make </a:t>
            </a:r>
            <a:r>
              <a:rPr lang="ko-KR" altLang="en-US" dirty="0"/>
              <a:t>로 </a:t>
            </a:r>
            <a:r>
              <a:rPr lang="en-US" altLang="ko-KR" dirty="0"/>
              <a:t>build</a:t>
            </a:r>
            <a:r>
              <a:rPr lang="ko-KR" altLang="en-US" dirty="0"/>
              <a:t>  해야 함 그러나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78859-ABDE-8F52-CB93-E9C576B684B4}"/>
              </a:ext>
            </a:extLst>
          </p:cNvPr>
          <p:cNvSpPr txBox="1"/>
          <p:nvPr/>
        </p:nvSpPr>
        <p:spPr>
          <a:xfrm>
            <a:off x="4628964" y="5589240"/>
            <a:ext cx="3384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기본적으로 </a:t>
            </a:r>
            <a:r>
              <a:rPr lang="en-US" altLang="ko-KR" dirty="0"/>
              <a:t>driver </a:t>
            </a:r>
            <a:r>
              <a:rPr lang="ko-KR" altLang="en-US" dirty="0"/>
              <a:t>는 설치되어 있음</a:t>
            </a:r>
          </a:p>
        </p:txBody>
      </p:sp>
    </p:spTree>
    <p:extLst>
      <p:ext uri="{BB962C8B-B14F-4D97-AF65-F5344CB8AC3E}">
        <p14:creationId xmlns:p14="http://schemas.microsoft.com/office/powerpoint/2010/main" val="85376297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A4E8C3-FBA2-7238-4ACA-DA853AB4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2">
            <a:extLst>
              <a:ext uri="{FF2B5EF4-FFF2-40B4-BE49-F238E27FC236}">
                <a16:creationId xmlns:a16="http://schemas.microsoft.com/office/drawing/2014/main" id="{D53859BB-0B46-A15F-A312-49FAFD7EF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88913"/>
            <a:ext cx="785336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762000" latinLnBrk="0">
              <a:defRPr/>
            </a:pPr>
            <a:r>
              <a:rPr kumimoji="1" lang="en-US" altLang="ko-K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1. DX-RT </a:t>
            </a:r>
            <a:r>
              <a:rPr kumimoji="1" lang="ko-KR" altLang="en-US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설치</a:t>
            </a:r>
            <a:endParaRPr kumimoji="1" lang="en-US" altLang="ko-KR" sz="2400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18AC02-763F-9E34-B891-55268718063D}"/>
              </a:ext>
            </a:extLst>
          </p:cNvPr>
          <p:cNvSpPr txBox="1"/>
          <p:nvPr/>
        </p:nvSpPr>
        <p:spPr>
          <a:xfrm>
            <a:off x="488504" y="1268760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동작 환경  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1FE03BC-120E-C7BB-EAB1-441B18CDBB4E}"/>
              </a:ext>
            </a:extLst>
          </p:cNvPr>
          <p:cNvSpPr txBox="1">
            <a:spLocks/>
          </p:cNvSpPr>
          <p:nvPr/>
        </p:nvSpPr>
        <p:spPr>
          <a:xfrm>
            <a:off x="8913440" y="-9525"/>
            <a:ext cx="959291" cy="30480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-   </a:t>
            </a:r>
            <a:fld id="{BA03F400-F5B5-4CD7-8020-96CEAFFF99B2}" type="slidenum">
              <a:rPr lang="en-US" altLang="ko-KR" sz="1600" smtClean="0">
                <a:solidFill>
                  <a:schemeClr val="bg1"/>
                </a:solidFill>
              </a:rPr>
              <a:pPr algn="ctr"/>
              <a:t>5</a:t>
            </a:fld>
            <a:r>
              <a:rPr lang="en-US" altLang="ko-KR" sz="1600" dirty="0">
                <a:solidFill>
                  <a:schemeClr val="bg1"/>
                </a:solidFill>
              </a:rPr>
              <a:t>   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AFCE5-8BAB-4853-AF23-2901EE67075B}"/>
              </a:ext>
            </a:extLst>
          </p:cNvPr>
          <p:cNvSpPr txBox="1"/>
          <p:nvPr/>
        </p:nvSpPr>
        <p:spPr>
          <a:xfrm>
            <a:off x="4664249" y="3198167"/>
            <a:ext cx="3384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Tar –</a:t>
            </a:r>
            <a:r>
              <a:rPr lang="en-US" altLang="ko-KR" dirty="0" err="1"/>
              <a:t>xvzf</a:t>
            </a:r>
            <a:r>
              <a:rPr lang="en-US" altLang="ko-KR" dirty="0"/>
              <a:t> </a:t>
            </a:r>
            <a:r>
              <a:rPr lang="en-US" altLang="ko-KR" dirty="0" err="1"/>
              <a:t>dx_rt_v</a:t>
            </a:r>
            <a:r>
              <a:rPr lang="en-US" altLang="ko-KR" dirty="0"/>
              <a:t>* </a:t>
            </a:r>
            <a:r>
              <a:rPr lang="ko-KR" altLang="en-US" dirty="0"/>
              <a:t>해야 함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95B165-3B5B-F99C-7032-689DE883EB21}"/>
              </a:ext>
            </a:extLst>
          </p:cNvPr>
          <p:cNvSpPr txBox="1"/>
          <p:nvPr/>
        </p:nvSpPr>
        <p:spPr>
          <a:xfrm>
            <a:off x="4600404" y="4607918"/>
            <a:ext cx="3384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./install.sh</a:t>
            </a:r>
            <a:r>
              <a:rPr lang="ko-KR" altLang="en-US" dirty="0"/>
              <a:t> </a:t>
            </a:r>
            <a:r>
              <a:rPr lang="en-US" altLang="ko-KR" dirty="0"/>
              <a:t>- - dep</a:t>
            </a:r>
            <a:r>
              <a:rPr lang="ko-KR" altLang="en-US" dirty="0"/>
              <a:t>  임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0F80BF-4F77-C453-EC9D-FCB05831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8" y="1687910"/>
            <a:ext cx="3982006" cy="320084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DBB610-27BB-FC0E-9A33-1A3A99528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03" y="4992274"/>
            <a:ext cx="7458282" cy="17660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C543B5-FEA4-A524-4D3B-C518E4B97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401" y="704645"/>
            <a:ext cx="1667108" cy="6382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DDC4D4-C05F-1351-B89B-72FC2F336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785" y="1463418"/>
            <a:ext cx="1571844" cy="5144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0ED7A5-36C4-4C06-4F4A-E39FDF4850AB}"/>
              </a:ext>
            </a:extLst>
          </p:cNvPr>
          <p:cNvSpPr txBox="1"/>
          <p:nvPr/>
        </p:nvSpPr>
        <p:spPr>
          <a:xfrm>
            <a:off x="5097016" y="806280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sudo</a:t>
            </a:r>
            <a:r>
              <a:rPr lang="en-US" altLang="ko-KR" dirty="0"/>
              <a:t> update-alternatives --install /</a:t>
            </a:r>
            <a:r>
              <a:rPr lang="en-US" altLang="ko-KR" dirty="0" err="1"/>
              <a:t>usr</a:t>
            </a:r>
            <a:r>
              <a:rPr lang="en-US" altLang="ko-KR" dirty="0"/>
              <a:t>/bin/python </a:t>
            </a:r>
            <a:r>
              <a:rPr lang="en-US" altLang="ko-KR" dirty="0" err="1"/>
              <a:t>python</a:t>
            </a:r>
            <a:r>
              <a:rPr lang="en-US" altLang="ko-KR" dirty="0"/>
              <a:t> /</a:t>
            </a:r>
            <a:r>
              <a:rPr lang="en-US" altLang="ko-KR" dirty="0" err="1"/>
              <a:t>usr</a:t>
            </a:r>
            <a:r>
              <a:rPr lang="en-US" altLang="ko-KR" dirty="0"/>
              <a:t>/bin/python3 1 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헤야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286244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B30EF1-EC49-0FC9-EC75-BDB5ACB0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2">
            <a:extLst>
              <a:ext uri="{FF2B5EF4-FFF2-40B4-BE49-F238E27FC236}">
                <a16:creationId xmlns:a16="http://schemas.microsoft.com/office/drawing/2014/main" id="{DBE71C09-EC81-6CFB-D3CA-164D40CDC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88913"/>
            <a:ext cx="785336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762000" latinLnBrk="0">
              <a:defRPr/>
            </a:pPr>
            <a:r>
              <a:rPr kumimoji="1" lang="en-US" altLang="ko-K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1. </a:t>
            </a:r>
            <a:r>
              <a:rPr lang="en-US" altLang="ko-KR" sz="1800" dirty="0">
                <a:solidFill>
                  <a:schemeClr val="bg1"/>
                </a:solidFill>
              </a:rPr>
              <a:t>Key Features of the </a:t>
            </a:r>
            <a:r>
              <a:rPr lang="en-US" altLang="ko-KR" sz="1800" dirty="0" err="1">
                <a:solidFill>
                  <a:schemeClr val="bg1"/>
                </a:solidFill>
              </a:rPr>
              <a:t>ModelZoo</a:t>
            </a:r>
            <a:r>
              <a:rPr lang="en-US" altLang="ko-KR" sz="1800" dirty="0">
                <a:solidFill>
                  <a:schemeClr val="bg1"/>
                </a:solidFill>
              </a:rPr>
              <a:t> Pipeline</a:t>
            </a:r>
            <a:endParaRPr kumimoji="1" lang="en-US" altLang="ko-KR" sz="2400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3381B-CA6D-4D71-540B-951C72B6E973}"/>
              </a:ext>
            </a:extLst>
          </p:cNvPr>
          <p:cNvSpPr txBox="1"/>
          <p:nvPr/>
        </p:nvSpPr>
        <p:spPr>
          <a:xfrm>
            <a:off x="488504" y="1268760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동작 환경 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D9DB5B0-5F58-FDF3-70C9-58C987434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712"/>
            <a:ext cx="3591426" cy="365811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8C1D00E-401E-AE2E-3981-F1712789C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426" y="836712"/>
            <a:ext cx="3029373" cy="45440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2A42E4B-8215-C261-F137-8E1AA55E8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286" y="-8879"/>
            <a:ext cx="3398713" cy="25737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0E67C81-E10F-280E-5789-8B4D79A99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655" y="2564904"/>
            <a:ext cx="2743583" cy="29912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EDB2B25-3FEA-6F53-0243-7E0A7D663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6153" y="3581132"/>
            <a:ext cx="3019846" cy="311511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B8376BB-3769-3C5E-644A-4384E58BA2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80" y="5617246"/>
            <a:ext cx="5668166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879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252B7D7-6554-F86E-25F9-78036684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2">
            <a:extLst>
              <a:ext uri="{FF2B5EF4-FFF2-40B4-BE49-F238E27FC236}">
                <a16:creationId xmlns:a16="http://schemas.microsoft.com/office/drawing/2014/main" id="{37D37D23-ED71-D2D4-137D-BBA94C9FB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88913"/>
            <a:ext cx="785336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762000" latinLnBrk="0">
              <a:defRPr/>
            </a:pPr>
            <a:r>
              <a:rPr kumimoji="1" lang="en-US" altLang="ko-K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1. </a:t>
            </a:r>
            <a:r>
              <a:rPr lang="en-US" altLang="ko-KR" sz="1800" dirty="0">
                <a:solidFill>
                  <a:schemeClr val="bg1"/>
                </a:solidFill>
              </a:rPr>
              <a:t>Cash</a:t>
            </a:r>
            <a:r>
              <a:rPr lang="ko-KR" altLang="en-US" sz="1800" dirty="0">
                <a:solidFill>
                  <a:schemeClr val="bg1"/>
                </a:solidFill>
              </a:rPr>
              <a:t> </a:t>
            </a:r>
            <a:r>
              <a:rPr lang="en-US" altLang="ko-KR" sz="1800" dirty="0">
                <a:solidFill>
                  <a:schemeClr val="bg1"/>
                </a:solidFill>
              </a:rPr>
              <a:t>clean</a:t>
            </a:r>
            <a:endParaRPr kumimoji="1" lang="en-US" altLang="ko-KR" sz="2400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5910E-6D0D-25E2-159D-45432DA28473}"/>
              </a:ext>
            </a:extLst>
          </p:cNvPr>
          <p:cNvSpPr txBox="1"/>
          <p:nvPr/>
        </p:nvSpPr>
        <p:spPr>
          <a:xfrm>
            <a:off x="488504" y="1268760"/>
            <a:ext cx="40324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en-US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sudo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apt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lean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Sudo apt </a:t>
            </a:r>
            <a:r>
              <a:rPr lang="en-US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autoremove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68943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9F860A6-590E-F6F1-5E07-D52C61ED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A5DFA-EBAA-503B-5688-35EB7EA58C38}"/>
              </a:ext>
            </a:extLst>
          </p:cNvPr>
          <p:cNvSpPr txBox="1"/>
          <p:nvPr/>
        </p:nvSpPr>
        <p:spPr>
          <a:xfrm>
            <a:off x="488504" y="1268760"/>
            <a:ext cx="6696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이미지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처리 실습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F5CCF08E-74E0-2B0F-6DB8-3903DF6E4FB1}"/>
              </a:ext>
            </a:extLst>
          </p:cNvPr>
          <p:cNvSpPr txBox="1">
            <a:spLocks noChangeArrowheads="1"/>
          </p:cNvSpPr>
          <p:nvPr/>
        </p:nvSpPr>
        <p:spPr>
          <a:xfrm>
            <a:off x="412750" y="1773014"/>
            <a:ext cx="4540250" cy="5040362"/>
          </a:xfrm>
          <a:prstGeom prst="rect">
            <a:avLst/>
          </a:prstGeom>
          <a:noFill/>
          <a:ln/>
        </p:spPr>
        <p:txBody>
          <a:bodyPr lIns="92075" tIns="46038" rIns="92075" bIns="46038"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latinLnBrk="0">
              <a:spcBef>
                <a:spcPct val="0"/>
              </a:spcBef>
              <a:buNone/>
            </a:pPr>
            <a:endParaRPr kumimoji="0"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711E065-1071-DA1A-0BAD-AB44F6F716EE}"/>
              </a:ext>
            </a:extLst>
          </p:cNvPr>
          <p:cNvSpPr txBox="1">
            <a:spLocks noChangeArrowheads="1"/>
          </p:cNvSpPr>
          <p:nvPr/>
        </p:nvSpPr>
        <p:spPr>
          <a:xfrm>
            <a:off x="412750" y="1812885"/>
            <a:ext cx="9004746" cy="2336195"/>
          </a:xfrm>
          <a:prstGeom prst="rect">
            <a:avLst/>
          </a:prstGeom>
          <a:noFill/>
          <a:ln/>
        </p:spPr>
        <p:txBody>
          <a:bodyPr lIns="92075" tIns="46038" rIns="92075" bIns="46038"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5000"/>
              </a:lnSpc>
              <a:buFontTx/>
              <a:buNone/>
            </a:pPr>
            <a:r>
              <a:rPr lang="ko-KR" altLang="en-US" sz="1600" kern="0" dirty="0">
                <a:latin typeface="맑은 고딕" pitchFamily="50" charset="-127"/>
                <a:ea typeface="맑은 고딕" pitchFamily="50" charset="-127"/>
              </a:rPr>
              <a:t>색상 공간 변환</a:t>
            </a: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ko-KR" altLang="en-US" sz="1600" kern="0" dirty="0">
                <a:latin typeface="맑은 고딕" pitchFamily="50" charset="-127"/>
                <a:ea typeface="맑은 고딕" pitchFamily="50" charset="-127"/>
              </a:rPr>
              <a:t>이미지 크기 조정 및 자르기</a:t>
            </a: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ko-KR" altLang="en-US" sz="1600" kern="0" dirty="0">
                <a:latin typeface="맑은 고딕" pitchFamily="50" charset="-127"/>
                <a:ea typeface="맑은 고딕" pitchFamily="50" charset="-127"/>
              </a:rPr>
              <a:t>이미지 필터링</a:t>
            </a: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ko-KR" altLang="en-US" sz="1600" kern="0" dirty="0">
                <a:latin typeface="맑은 고딕" pitchFamily="50" charset="-127"/>
                <a:ea typeface="맑은 고딕" pitchFamily="50" charset="-127"/>
              </a:rPr>
              <a:t>스케일링</a:t>
            </a: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endParaRPr lang="en-US" altLang="ko-KR" sz="1600" kern="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ko-KR" altLang="en-US" sz="1600" kern="0" dirty="0">
                <a:latin typeface="맑은 고딕" pitchFamily="50" charset="-127"/>
                <a:ea typeface="맑은 고딕" pitchFamily="50" charset="-127"/>
              </a:rPr>
              <a:t>데이터 증강 기법</a:t>
            </a:r>
            <a:endParaRPr lang="en-US" altLang="ko-KR" sz="1400" b="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D341190-621D-1CE1-4809-996A124DD4C2}"/>
              </a:ext>
            </a:extLst>
          </p:cNvPr>
          <p:cNvSpPr txBox="1">
            <a:spLocks/>
          </p:cNvSpPr>
          <p:nvPr/>
        </p:nvSpPr>
        <p:spPr>
          <a:xfrm>
            <a:off x="8913440" y="-9525"/>
            <a:ext cx="959291" cy="30480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-   </a:t>
            </a:r>
            <a:fld id="{BA03F400-F5B5-4CD7-8020-96CEAFFF99B2}" type="slidenum">
              <a:rPr lang="en-US" altLang="ko-KR" sz="1600" smtClean="0">
                <a:solidFill>
                  <a:schemeClr val="bg1"/>
                </a:solidFill>
              </a:rPr>
              <a:pPr algn="ctr"/>
              <a:t>8</a:t>
            </a:fld>
            <a:r>
              <a:rPr lang="en-US" altLang="ko-KR" sz="1600" dirty="0">
                <a:solidFill>
                  <a:schemeClr val="bg1"/>
                </a:solidFill>
              </a:rPr>
              <a:t>   -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900E5669-C465-F28D-9812-63383350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88913"/>
            <a:ext cx="785336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762000" latinLnBrk="0">
              <a:defRPr/>
            </a:pPr>
            <a:r>
              <a:rPr kumimoji="1" lang="en-US" altLang="ko-K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4. </a:t>
            </a:r>
            <a:r>
              <a:rPr kumimoji="1" lang="ko-KR" altLang="en-US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파이썬 이미지 실습 </a:t>
            </a:r>
            <a:endParaRPr kumimoji="1" lang="en-US" altLang="ko-KR" sz="2400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310460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12006</TotalTime>
  <Words>348</Words>
  <Application>Microsoft Office PowerPoint</Application>
  <PresentationFormat>A4 용지(210x297mm)</PresentationFormat>
  <Paragraphs>86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HY견고딕</vt:lpstr>
      <vt:lpstr>굴림</vt:lpstr>
      <vt:lpstr>맑은 고딕</vt:lpstr>
      <vt:lpstr>Arial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엠텍비젼(주)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이주석</dc:creator>
  <cp:lastModifiedBy>주석 이</cp:lastModifiedBy>
  <cp:revision>875</cp:revision>
  <cp:lastPrinted>2023-08-22T01:37:02Z</cp:lastPrinted>
  <dcterms:created xsi:type="dcterms:W3CDTF">2004-10-30T01:38:55Z</dcterms:created>
  <dcterms:modified xsi:type="dcterms:W3CDTF">2026-05-18T05:34:11Z</dcterms:modified>
</cp:coreProperties>
</file>